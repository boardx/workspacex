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657600" cy="54864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4A6FA5"/>
                </a:solidFill>
              </a:rPr>
              <a:t>Project Morning Star
</a:t>
            </a:r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Conduct a test demonstration to validate the synthetic approach.
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33333"/>
                </a:solidFill>
              </a:rPr>
              <a:t>Budget: 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757575"/>
                </a:solidFill>
              </a:rPr>
              <a:t>TBD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33333"/>
                </a:solidFill>
              </a:rPr>
              <a:t>Delivery Date: </a:t>
            </a:r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757575"/>
                </a:solidFill>
              </a:rPr>
              <a:t>TBD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4A6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合成项目晨星
</a:t>
            </a:r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开展测试演示，验证合成技术路线的可行性。
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预算：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交付日期：</a:t>
            </a:r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0" y="2103120"/>
            <a:ext cx="27432" cy="36576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Synthetic Morning Star | 合成项目晨星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657600" cy="54864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01168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574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65100"/>
                </a:solidFill>
              </a:rPr>
              <a:t>⚠ Not all experiments passed — 1 of 3 is still awaiting review.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并非全部成功——3次实验中仍有1次待复核。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 1 / 实验 1
</a:t>
            </a:r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E7D32"/>
                </a:solidFill>
              </a:rPr>
              <a:t>
✓ PASSED
</a:t>
            </a:r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329184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32918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 2 / 实验 2
</a:t>
            </a:r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E7D32"/>
                </a:solidFill>
              </a:rPr>
              <a:t>
✓ PASSED
</a:t>
            </a:r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329184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32918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 3 / 实验 3
</a:t>
            </a:r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65100"/>
                </a:solidFill>
              </a:rPr>
              <a:t>
◷ AWAITING
REVIEW
</a:t>
            </a:r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待复核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Synthetic Morning Star | 合成项目晨星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657600" cy="54864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4A6FA5"/>
                </a:solidFill>
              </a:rPr>
              <a:t>English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
1. Complete the review of Experiment 3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2. Analyze root cause if Experiment 3 fails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3. Confirm project budget and delivery timeline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4. Plan follow-up experiments based on results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5. Prepare formal demonstration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0" y="2103120"/>
            <a:ext cx="27432" cy="384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210312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4A6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1. 完成实验3的复核工作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若实验3未通过，分析根本原因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确认项目预算与交付时间表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根据实验结果规划后续实验
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编写正式测试演示报告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Synthetic Morning Star | 合成项目晨星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2026-09-07T07:51:26Z</dcterms:created>
  <dcterms:modified xsi:type="dcterms:W3CDTF">2026-09-07T07:51:26Z</dcterms:modified>
</cp:coreProperties>
</file>