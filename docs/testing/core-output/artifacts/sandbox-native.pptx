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合成数据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甲</c:v>
                  </c:pt>
                  <c:pt idx="1">
                    <c:v>乙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合成测试：可编辑演示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中文内容保留</a:t>
            </a:r>
            <a:endParaRPr lang="en-US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65760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地区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数值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甲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乙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4572000" y="1554480"/>
          <a:ext cx="3657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2026-10-05T10:52:05Z</dcterms:created>
  <dcterms:modified xsi:type="dcterms:W3CDTF">2026-10-05T10:52:05Z</dcterms:modified>
</cp:coreProperties>
</file>