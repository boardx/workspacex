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合成数据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合成数据</c:v>
                </c:pt>
              </c:strCache>
            </c:strRef>
          </c:tx>
          <c:spPr>
            <a:solidFill>
              <a:srgbClr val="1F293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甲</c:v>
                  </c:pt>
                  <c:pt idx="1">
                    <c:v>乙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</c:v>
                </c:pt>
                <c:pt idx="1">
                  <c:v>34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合成备注保留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287143"/>
            <a:ext cx="8229600" cy="569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</a:rPr>
              <a:t>合成测试：可编辑演示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6123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中文内容保留</a:t>
            </a:r>
            <a:endParaRPr lang="en-US" sz="1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27582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地区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数值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甲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乙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34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Chart 0" descr=""/>
          <p:cNvGraphicFramePr/>
          <p:nvPr/>
        </p:nvGraphicFramePr>
        <p:xfrm>
          <a:off x="457200" y="2187702"/>
          <a:ext cx="822960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合成PPT验收</dc:title>
  <dc:subject>PptxGenJS Presentation</dc:subject>
  <dc:creator>PptxGenJS</dc:creator>
  <cp:lastModifiedBy>PptxGenJS</cp:lastModifiedBy>
  <cp:revision>1</cp:revision>
  <dcterms:created xsi:type="dcterms:W3CDTF">2026-10-05T10:52:00Z</dcterms:created>
  <dcterms:modified xsi:type="dcterms:W3CDTF">2026-10-05T10:52:00Z</dcterms:modified>
</cp:coreProperties>
</file>