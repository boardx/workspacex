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第一张：经营摘要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数值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